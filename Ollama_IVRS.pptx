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61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7" autoAdjust="0"/>
    <p:restoredTop sz="88526" autoAdjust="0"/>
  </p:normalViewPr>
  <p:slideViewPr>
    <p:cSldViewPr snapToGrid="0">
      <p:cViewPr varScale="1">
        <p:scale>
          <a:sx n="96" d="100"/>
          <a:sy n="96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C6916-CA92-45C5-AEE9-64DE4C11112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62760-4E93-40BF-855E-460F7FAF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86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1B33BF-42B1-FC01-8DAB-3E9D31CD7905}"/>
              </a:ext>
            </a:extLst>
          </p:cNvPr>
          <p:cNvSpPr txBox="1">
            <a:spLocks/>
          </p:cNvSpPr>
          <p:nvPr/>
        </p:nvSpPr>
        <p:spPr>
          <a:xfrm>
            <a:off x="446076" y="342708"/>
            <a:ext cx="9144000" cy="4642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5400" b="1" dirty="0">
                <a:highlight>
                  <a:srgbClr val="C0C0C0"/>
                </a:highlight>
              </a:rPr>
              <a:t>ollama demo</a:t>
            </a:r>
          </a:p>
          <a:p>
            <a:endParaRPr lang="en-IN" sz="5400" b="1" dirty="0">
              <a:highlight>
                <a:srgbClr val="C0C0C0"/>
              </a:highlight>
            </a:endParaRPr>
          </a:p>
          <a:p>
            <a:r>
              <a:rPr lang="en-IN" sz="5400" b="1" dirty="0">
                <a:highlight>
                  <a:srgbClr val="C0C0C0"/>
                </a:highlight>
              </a:rPr>
              <a:t>Good alternative </a:t>
            </a:r>
          </a:p>
          <a:p>
            <a:r>
              <a:rPr lang="en-IN" sz="5400" b="1" dirty="0">
                <a:highlight>
                  <a:srgbClr val="C0C0C0"/>
                </a:highlight>
              </a:rPr>
              <a:t>for OpenAI / Gemini</a:t>
            </a:r>
          </a:p>
          <a:p>
            <a:endParaRPr lang="en-IN" sz="5400" b="1" dirty="0">
              <a:highlight>
                <a:srgbClr val="C0C0C0"/>
              </a:highlight>
            </a:endParaRPr>
          </a:p>
          <a:p>
            <a:endParaRPr lang="en-IN" sz="5400" b="1" dirty="0">
              <a:highlight>
                <a:srgbClr val="C0C0C0"/>
              </a:highlight>
            </a:endParaRPr>
          </a:p>
          <a:p>
            <a:r>
              <a:rPr lang="en-IN" sz="5400" b="1" dirty="0">
                <a:highlight>
                  <a:srgbClr val="C0C0C0"/>
                </a:highlight>
              </a:rPr>
              <a:t>Pilot IVRS for Banking domain</a:t>
            </a:r>
          </a:p>
          <a:p>
            <a:r>
              <a:rPr lang="en-IN" sz="5400" b="1" dirty="0">
                <a:highlight>
                  <a:srgbClr val="C0C0C0"/>
                </a:highlight>
              </a:rPr>
              <a:t>Interactive Voice Response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BB73F6-AE25-B2D6-7B73-4661815E9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110" y="2948963"/>
            <a:ext cx="2333275" cy="311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13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9F24-C9C6-86D7-CE88-05DC1E5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E7B1A3-C2F3-13EC-060A-682F88919E34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635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highlight>
                  <a:srgbClr val="C0C0C0"/>
                </a:highlight>
              </a:rPr>
              <a:t>Setup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323431-F6DB-13E1-920A-C60F132E6FE2}"/>
              </a:ext>
            </a:extLst>
          </p:cNvPr>
          <p:cNvSpPr txBox="1">
            <a:spLocks/>
          </p:cNvSpPr>
          <p:nvPr/>
        </p:nvSpPr>
        <p:spPr>
          <a:xfrm>
            <a:off x="645672" y="894555"/>
            <a:ext cx="11546328" cy="5371614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3600" dirty="0"/>
              <a:t>Download and install Ollama local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AI model pulling on local – pros / cons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AI model on cloud (gpt-oss:120b-cloud) – pros / cons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Cloud model free credits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Sign in on web / local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Python 3.11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5273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066D-8FEE-29A7-2506-C32F94BF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FFBFB-6B06-EE58-0FED-4DA84F753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82" y="0"/>
            <a:ext cx="4934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5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6D5E5-A7B9-FAEB-394B-5BCE2E56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9B7A76-4F4A-F2E6-5546-355204D8902F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Simple RAG demo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35D192C-6AFE-271A-408D-F659DF692121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9829770" cy="518366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dirty="0"/>
              <a:t>AI Assisted (pilot) IVRS system.</a:t>
            </a:r>
          </a:p>
          <a:p>
            <a:pPr marL="0" indent="0">
              <a:buNone/>
            </a:pPr>
            <a:r>
              <a:rPr lang="en-IN" sz="3200" dirty="0"/>
              <a:t>Feature:</a:t>
            </a:r>
          </a:p>
          <a:p>
            <a:pPr marL="0" indent="0">
              <a:buNone/>
            </a:pPr>
            <a:r>
              <a:rPr lang="en-IN" sz="3200" dirty="0"/>
              <a:t>1) Customer validation</a:t>
            </a:r>
          </a:p>
          <a:p>
            <a:pPr marL="0" indent="0">
              <a:buNone/>
            </a:pPr>
            <a:r>
              <a:rPr lang="en-IN" sz="3200" dirty="0"/>
              <a:t>2) Understanding Customer Intent</a:t>
            </a:r>
          </a:p>
          <a:p>
            <a:pPr marL="0" indent="0">
              <a:buNone/>
            </a:pPr>
            <a:r>
              <a:rPr lang="en-IN" sz="3200" dirty="0"/>
              <a:t>3) Max 3 attempt then graceful exit</a:t>
            </a:r>
          </a:p>
          <a:p>
            <a:pPr marL="0" indent="0">
              <a:buNone/>
            </a:pPr>
            <a:r>
              <a:rPr lang="en-IN" sz="3200" dirty="0"/>
              <a:t>4) AI Bot response based on query</a:t>
            </a:r>
          </a:p>
          <a:p>
            <a:pPr marL="0" indent="0">
              <a:buNone/>
            </a:pPr>
            <a:r>
              <a:rPr lang="en-IN" sz="3200" dirty="0"/>
              <a:t>5) Know Intent + Tone</a:t>
            </a:r>
          </a:p>
          <a:p>
            <a:pPr marL="0" indent="0">
              <a:buNone/>
            </a:pPr>
            <a:r>
              <a:rPr lang="en-IN" sz="3200" dirty="0"/>
              <a:t>6) Apply Guard Rail</a:t>
            </a:r>
          </a:p>
          <a:p>
            <a:pPr marL="0" indent="0">
              <a:buNone/>
            </a:pPr>
            <a:r>
              <a:rPr lang="en-IN" sz="3200" dirty="0"/>
              <a:t>7) Unsupported task handling</a:t>
            </a:r>
          </a:p>
          <a:p>
            <a:pPr marL="0" indent="0">
              <a:buNone/>
            </a:pPr>
            <a:r>
              <a:rPr lang="en-IN" sz="3200" dirty="0"/>
              <a:t>8) Graceful exit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13508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A583-F221-E13A-EE3E-B3FC5AEA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596CBB-55AC-FD39-5919-930948FAEBDD}"/>
              </a:ext>
            </a:extLst>
          </p:cNvPr>
          <p:cNvSpPr txBox="1">
            <a:spLocks/>
          </p:cNvSpPr>
          <p:nvPr/>
        </p:nvSpPr>
        <p:spPr>
          <a:xfrm>
            <a:off x="729562" y="259358"/>
            <a:ext cx="11094028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Prompt Design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8AFF2D6-BABA-B3D2-EA8C-1DE534197241}"/>
              </a:ext>
            </a:extLst>
          </p:cNvPr>
          <p:cNvSpPr txBox="1">
            <a:spLocks/>
          </p:cNvSpPr>
          <p:nvPr/>
        </p:nvSpPr>
        <p:spPr>
          <a:xfrm>
            <a:off x="729562" y="1535185"/>
            <a:ext cx="10855488" cy="1275827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3600" dirty="0"/>
              <a:t>Guardrails  and Prompt for Guardrails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Supported tasks and Prompt for sentiment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8B8A226-E030-EB5B-3436-E91A1E8E005E}"/>
              </a:ext>
            </a:extLst>
          </p:cNvPr>
          <p:cNvSpPr txBox="1">
            <a:spLocks/>
          </p:cNvSpPr>
          <p:nvPr/>
        </p:nvSpPr>
        <p:spPr>
          <a:xfrm>
            <a:off x="773927" y="2811012"/>
            <a:ext cx="11094028" cy="5950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Other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C599B0B-4525-BB1F-3FCD-6B48189230EE}"/>
              </a:ext>
            </a:extLst>
          </p:cNvPr>
          <p:cNvSpPr txBox="1">
            <a:spLocks/>
          </p:cNvSpPr>
          <p:nvPr/>
        </p:nvSpPr>
        <p:spPr>
          <a:xfrm>
            <a:off x="729560" y="3196424"/>
            <a:ext cx="10688513" cy="3339548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3600" dirty="0"/>
              <a:t>Test data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Graceful exit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Error or exception handling, max attempt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Separate QE automation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Result discussion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6185642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{67A6D264-8BAF-407C-82F6-3A983AB9D80A}tf10001105</Template>
  <TotalTime>990</TotalTime>
  <Words>148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Ratnamala Swami</dc:creator>
  <cp:lastModifiedBy>Ratnamala Swami</cp:lastModifiedBy>
  <cp:revision>81</cp:revision>
  <dcterms:created xsi:type="dcterms:W3CDTF">2025-12-10T17:46:59Z</dcterms:created>
  <dcterms:modified xsi:type="dcterms:W3CDTF">2026-02-04T16:46:11Z</dcterms:modified>
</cp:coreProperties>
</file>